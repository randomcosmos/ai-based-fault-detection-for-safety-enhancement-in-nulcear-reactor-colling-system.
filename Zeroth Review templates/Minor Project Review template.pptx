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C15C-D6EF-5FD4-64B0-CC10FAE9A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9D2E6-77E1-41CD-6C0A-6255E88AC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8559E-7BCE-73DA-751F-863B85AD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8829-A5E1-CE7B-275C-5E20D650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F19ED-48D2-AF25-CEA1-ED2FED53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80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5045-020F-1E00-23C5-8C9FC0B2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8E6E3-048D-C382-E639-BEA827707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FDAEF-0AF1-364C-324F-01635442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D7B10-04F8-C96F-7B1D-6B813C112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791DB-6B85-82C8-3F66-0A8EB5FD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97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3A46-F3CB-D2F1-9474-BBFE2AB5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B7922-16AB-71B2-8331-4772D28D4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87B23-27FB-590F-0E42-F09216A0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6F3BB-5E75-DFBC-6DCF-09E70FA9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541CC-1BF6-5B62-85A4-60B52F10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45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E2986-86C3-9343-07E4-1DB03647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05B3C-31B6-4CFD-4BD6-403AF7D72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61918-79BC-9712-F6E1-6F547AF9F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A4FDC-B9E9-45C3-EB49-E38F71D8F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0BA8C-282A-06C3-0C51-C9AA7B2A5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A790A-5A58-6C9A-A14C-E31E0C46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78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8C6B3-378C-4534-4AA7-39E964639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B7363-E775-BD0E-3F09-E714545AD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40947-9E03-4935-D10C-0273BA7F6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22E75-1861-E63C-764D-E247CF3B0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0B2C46-FDF1-5827-B332-E2FC1318C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4892B-5B7F-0CF3-D01C-23B3DB32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68C5A-851D-44B7-67A4-58E34B0D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2D2462-F828-9555-D73E-D3C32625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143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B8EB-9336-873C-ED4E-4CE5C92B8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93F44-AD4D-CC61-C89C-AA915FE2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8716A-77B6-7FA7-822F-14199D36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8225F-23BC-3484-1ABB-EC81495A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5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296459-10A3-AE49-8B1D-24760123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7B6B7-55A9-0690-4299-528FDDB1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25117-4F97-E231-882D-BC010FB6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904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B671-BCBD-C256-1E5D-46C213E76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0F536-8DDA-7B62-54CB-EEB8AF793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60536-C894-E666-6AB3-7928C814E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380A0-AEEC-9BDA-C4D4-15F3355E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C4400-6685-5CD6-D2CC-D80A0D573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B1A60-652E-5E09-67ED-6ACBF03E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305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D973-558C-D46D-95D6-AE0EF809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AC0F90-5F0A-089D-9CF3-1AECFDFC31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4EB0A-BD95-3EF3-D6D7-36F07B1E2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2CAF5-C108-22BE-864A-1951557F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1111F-FA03-C45E-2DB4-5A976CBC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984CD-50EA-C10F-94A3-9020B752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65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FC22-4027-60D2-1749-229A5F29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BC007-97CA-CD1B-ACF3-A30985461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29E15-4057-1B47-E964-B8F95FAD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16BA7-CECC-8A02-B5E0-C851601C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89F14-DA11-7426-3CE0-595E61CD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11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856F7-6FCC-5914-EFB7-62B805FC6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BD8F7-EAA7-516D-2A72-7C424F4DF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A6923-A759-D738-F58D-BC76A2FA6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86AA9-1BAE-DB0A-56D6-678D40F8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FF06A-9E3B-7121-B482-BCC54700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91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47580-0BE0-7B04-8D0C-17C8FE29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9C76E-1E77-0D38-7471-FC5F80273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85AF9-7F73-23C4-C475-1036C0CE9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F6CBA-5FF2-4BA1-A776-094FD39C6F5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18B36-189B-3D96-4AB2-0D978F032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DDBA-4976-1099-1655-4E82A80D3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56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4C8B-E490-A690-7E2B-CE1A08090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07794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Category: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/ RESEARCH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2C648-D747-6594-131E-9E1DA54D5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145" y="4325420"/>
            <a:ext cx="11435136" cy="1203699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                                                               Student Name &amp; Registration Number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RM Institute of Science and Technology - Wikipedia">
            <a:extLst>
              <a:ext uri="{FF2B5EF4-FFF2-40B4-BE49-F238E27FC236}">
                <a16:creationId xmlns:a16="http://schemas.microsoft.com/office/drawing/2014/main" id="{77CE9206-B4A2-2784-EBA4-970EB1569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286" y="71919"/>
            <a:ext cx="1661019" cy="165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33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DDA3-7A09-E5E0-2A69-456914C0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0AE60-1BCF-9DB5-0DD1-9677B37D3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580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6279-38BF-B8B1-9A5C-F3027352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E1B9E-B6CE-FC33-1BC3-4710F2B17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61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70E0-5C04-941C-F396-42508109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9E42-A598-B6EB-B139-283F1FE40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746B0-C4E5-F520-91D7-1151F04B1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422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0EA2-ABA8-3C72-A722-24B5F05D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3818-315D-A2A4-186C-8235C54B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Research Gaps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84A08-4931-6AE0-57E0-8D353C0EB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458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D7235-DEBC-A777-06BD-3354F50C6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1279-50F5-EA0E-1A71-055FB43B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E3AF3-DEDC-D307-4A5C-67442E678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531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672E-C531-8B4D-9E78-BC44747F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67C7-B612-5B2C-ED1A-81579E7B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fontAlgn="base"/>
            <a:r>
              <a:rPr lang="en-IN" dirty="0"/>
              <a:t>Justification of Project SDG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E39DE-7195-2F88-2B1C-D88F0B51D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591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BF0E-621B-2C7B-FCEC-BD99F54C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5B29-6DD3-DCB7-4F61-723DEBA6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fontAlgn="base"/>
            <a:r>
              <a:rPr lang="en-IN" dirty="0"/>
              <a:t>Plan of Action (Timeline)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DC4DB-71AC-3E26-22AD-D09FD72EE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1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6A3D-FBA8-DA48-213D-A10C6B70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26DD-1655-45CC-BF0E-BA1F37E0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fontAlgn="base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FCC51-8FEC-3A19-A555-E81BAB0BC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9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 ZEROTH REVIEW PROJECT TITLE Project Category: PRODUCT / RESEARCH</vt:lpstr>
      <vt:lpstr>Abstract</vt:lpstr>
      <vt:lpstr>Introduction</vt:lpstr>
      <vt:lpstr>Literature Survey</vt:lpstr>
      <vt:lpstr>Research Gaps</vt:lpstr>
      <vt:lpstr>Objectives</vt:lpstr>
      <vt:lpstr>Justification of Project SDG</vt:lpstr>
      <vt:lpstr>Plan of Action (Timeline)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senthil kumar</dc:creator>
  <cp:lastModifiedBy>illakiya t</cp:lastModifiedBy>
  <cp:revision>2</cp:revision>
  <dcterms:created xsi:type="dcterms:W3CDTF">2024-07-15T07:58:00Z</dcterms:created>
  <dcterms:modified xsi:type="dcterms:W3CDTF">2026-01-13T09:19:14Z</dcterms:modified>
</cp:coreProperties>
</file>